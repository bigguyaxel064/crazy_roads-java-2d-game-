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ourier New Bold" charset="1" panose="02070609020205020404"/>
      <p:regular r:id="rId16"/>
    </p:embeddedFont>
    <p:embeddedFont>
      <p:font typeface="Courier New" charset="1" panose="020703090202050204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17221" y="1909964"/>
            <a:ext cx="8862283" cy="6467071"/>
          </a:xfrm>
          <a:custGeom>
            <a:avLst/>
            <a:gdLst/>
            <a:ahLst/>
            <a:cxnLst/>
            <a:rect r="r" b="b" t="t" l="l"/>
            <a:pathLst>
              <a:path h="6467071" w="8862283">
                <a:moveTo>
                  <a:pt x="0" y="0"/>
                </a:moveTo>
                <a:lnTo>
                  <a:pt x="8862283" y="0"/>
                </a:lnTo>
                <a:lnTo>
                  <a:pt x="8862283" y="6467072"/>
                </a:lnTo>
                <a:lnTo>
                  <a:pt x="0" y="64670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43020"/>
            <a:ext cx="7492989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Crazy Roads MGDD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4933" y="3590923"/>
            <a:ext cx="6172597" cy="1552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Jeu vidéo 2D </a:t>
            </a:r>
          </a:p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Courses de voiture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553682" y="6372225"/>
            <a:ext cx="4115098" cy="7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Jav</a:t>
            </a: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a/JavaFX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0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35704" y="207022"/>
            <a:ext cx="9155517" cy="4682775"/>
          </a:xfrm>
          <a:custGeom>
            <a:avLst/>
            <a:gdLst/>
            <a:ahLst/>
            <a:cxnLst/>
            <a:rect r="r" b="b" t="t" l="l"/>
            <a:pathLst>
              <a:path h="4682775" w="9155517">
                <a:moveTo>
                  <a:pt x="0" y="0"/>
                </a:moveTo>
                <a:lnTo>
                  <a:pt x="9155518" y="0"/>
                </a:lnTo>
                <a:lnTo>
                  <a:pt x="9155518" y="4682775"/>
                </a:lnTo>
                <a:lnTo>
                  <a:pt x="0" y="4682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67505" y="914400"/>
            <a:ext cx="2286199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Pitch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8370" y="5105400"/>
            <a:ext cx="13834669" cy="4714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 courses de voitures sur une route à trois voies.</a:t>
            </a:r>
          </a:p>
          <a:p>
            <a:pPr algn="l">
              <a:lnSpc>
                <a:spcPts val="6299"/>
              </a:lnSpc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Le but est d’éviter les obstacles et de survire avec nos trois vies.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Avec la possibilité d’avoir des bonus et un turbo pour booster la performance.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32636" y="1933578"/>
            <a:ext cx="6998619" cy="7051505"/>
          </a:xfrm>
          <a:custGeom>
            <a:avLst/>
            <a:gdLst/>
            <a:ahLst/>
            <a:cxnLst/>
            <a:rect r="r" b="b" t="t" l="l"/>
            <a:pathLst>
              <a:path h="7051505" w="6998619">
                <a:moveTo>
                  <a:pt x="0" y="0"/>
                </a:moveTo>
                <a:lnTo>
                  <a:pt x="6998619" y="0"/>
                </a:lnTo>
                <a:lnTo>
                  <a:pt x="6998619" y="7051505"/>
                </a:lnTo>
                <a:lnTo>
                  <a:pt x="0" y="70515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1119480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Expériences essentielles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08902"/>
            <a:ext cx="9503936" cy="422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Objectif : un jeu simple mais addictif en mettant en avant un esprit de compétition pour battre le meilleur score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88857"/>
            <a:ext cx="12540318" cy="422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2F4F8"/>
                </a:solidFill>
                <a:latin typeface="Courier New"/>
                <a:ea typeface="Courier New"/>
                <a:cs typeface="Courier New"/>
                <a:sym typeface="Courier New"/>
              </a:rPr>
              <a:t>Développement en Java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2F4F8"/>
                </a:solidFill>
                <a:latin typeface="Courier New"/>
                <a:ea typeface="Courier New"/>
                <a:cs typeface="Courier New"/>
                <a:sym typeface="Courier New"/>
              </a:rPr>
              <a:t>Librairies graphiques JavaFX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2F4F8"/>
                </a:solidFill>
                <a:latin typeface="Courier New"/>
                <a:ea typeface="Courier New"/>
                <a:cs typeface="Courier New"/>
                <a:sym typeface="Courier New"/>
              </a:rPr>
              <a:t>Plateforme cible : PC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2F4F8"/>
                </a:solidFill>
                <a:latin typeface="Courier New"/>
                <a:ea typeface="Courier New"/>
                <a:cs typeface="Courier New"/>
                <a:sym typeface="Courier New"/>
              </a:rPr>
              <a:t>Optimisation : fluidité et gestion des collisions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314087" y="1481139"/>
            <a:ext cx="2595013" cy="2595013"/>
          </a:xfrm>
          <a:custGeom>
            <a:avLst/>
            <a:gdLst/>
            <a:ahLst/>
            <a:cxnLst/>
            <a:rect r="r" b="b" t="t" l="l"/>
            <a:pathLst>
              <a:path h="2595013" w="2595013">
                <a:moveTo>
                  <a:pt x="0" y="0"/>
                </a:moveTo>
                <a:lnTo>
                  <a:pt x="2595013" y="0"/>
                </a:lnTo>
                <a:lnTo>
                  <a:pt x="2595013" y="2595013"/>
                </a:lnTo>
                <a:lnTo>
                  <a:pt x="0" y="25950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274456" y="1028700"/>
            <a:ext cx="3617152" cy="2416145"/>
          </a:xfrm>
          <a:custGeom>
            <a:avLst/>
            <a:gdLst/>
            <a:ahLst/>
            <a:cxnLst/>
            <a:rect r="r" b="b" t="t" l="l"/>
            <a:pathLst>
              <a:path h="2416145" w="3617152">
                <a:moveTo>
                  <a:pt x="0" y="0"/>
                </a:moveTo>
                <a:lnTo>
                  <a:pt x="3617152" y="0"/>
                </a:lnTo>
                <a:lnTo>
                  <a:pt x="3617152" y="2416145"/>
                </a:lnTo>
                <a:lnTo>
                  <a:pt x="0" y="2416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19633" y="4374581"/>
            <a:ext cx="3053791" cy="3235898"/>
          </a:xfrm>
          <a:custGeom>
            <a:avLst/>
            <a:gdLst/>
            <a:ahLst/>
            <a:cxnLst/>
            <a:rect r="r" b="b" t="t" l="l"/>
            <a:pathLst>
              <a:path h="3235898" w="3053791">
                <a:moveTo>
                  <a:pt x="0" y="0"/>
                </a:moveTo>
                <a:lnTo>
                  <a:pt x="3053791" y="0"/>
                </a:lnTo>
                <a:lnTo>
                  <a:pt x="3053791" y="3235898"/>
                </a:lnTo>
                <a:lnTo>
                  <a:pt x="0" y="32358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914400"/>
            <a:ext cx="8373051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Aspects techniques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261567" y="457343"/>
            <a:ext cx="6432435" cy="5330881"/>
          </a:xfrm>
          <a:custGeom>
            <a:avLst/>
            <a:gdLst/>
            <a:ahLst/>
            <a:cxnLst/>
            <a:rect r="r" b="b" t="t" l="l"/>
            <a:pathLst>
              <a:path h="5330881" w="6432435">
                <a:moveTo>
                  <a:pt x="0" y="0"/>
                </a:moveTo>
                <a:lnTo>
                  <a:pt x="6432435" y="0"/>
                </a:lnTo>
                <a:lnTo>
                  <a:pt x="6432435" y="5330881"/>
                </a:lnTo>
                <a:lnTo>
                  <a:pt x="0" y="533088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20788" y="6170596"/>
            <a:ext cx="7446423" cy="3808624"/>
          </a:xfrm>
          <a:custGeom>
            <a:avLst/>
            <a:gdLst/>
            <a:ahLst/>
            <a:cxnLst/>
            <a:rect r="r" b="b" t="t" l="l"/>
            <a:pathLst>
              <a:path h="3808624" w="7446423">
                <a:moveTo>
                  <a:pt x="0" y="0"/>
                </a:moveTo>
                <a:lnTo>
                  <a:pt x="7446424" y="0"/>
                </a:lnTo>
                <a:lnTo>
                  <a:pt x="7446424" y="3808624"/>
                </a:lnTo>
                <a:lnTo>
                  <a:pt x="0" y="3808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68464" y="2023262"/>
            <a:ext cx="9518651" cy="397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Ambiance a</a:t>
            </a:r>
            <a:r>
              <a:rPr lang="en-US" sz="4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rcade rétro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Route à 3 voies, obstacles variés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Musique dynamique et effets sonores immersifs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4400"/>
            <a:ext cx="7806777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Univers et style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41368"/>
            <a:ext cx="16230600" cy="591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voiture avance automatiquement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 obstacles à éviter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Changement de voies, Q gauche D Droite (modifiable depuis le menu options)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vies, système de score et meilleur score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vitesse augmente progressivement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Bonus : x2 score, invulnérabilité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0510075" y="1933578"/>
            <a:ext cx="6749225" cy="1201433"/>
          </a:xfrm>
          <a:custGeom>
            <a:avLst/>
            <a:gdLst/>
            <a:ahLst/>
            <a:cxnLst/>
            <a:rect r="r" b="b" t="t" l="l"/>
            <a:pathLst>
              <a:path h="1201433" w="6749225">
                <a:moveTo>
                  <a:pt x="0" y="0"/>
                </a:moveTo>
                <a:lnTo>
                  <a:pt x="6749225" y="0"/>
                </a:lnTo>
                <a:lnTo>
                  <a:pt x="6749225" y="1201433"/>
                </a:lnTo>
                <a:lnTo>
                  <a:pt x="0" y="12014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4400"/>
            <a:ext cx="9335717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Gameplay 1ère course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62930"/>
            <a:ext cx="14522277" cy="591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v</a:t>
            </a: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oiture avance automatiquement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Des obstacles à éviter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Changement de voies, Q gauche D Droite (modifiable depuis le menu options)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 vies et une ligne d’arrivée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Bonus : invulnérabilité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Turbo : temps de récupération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9335717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Gameplay 2ème course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850067" y="2152014"/>
            <a:ext cx="6749225" cy="1197254"/>
          </a:xfrm>
          <a:custGeom>
            <a:avLst/>
            <a:gdLst/>
            <a:ahLst/>
            <a:cxnLst/>
            <a:rect r="r" b="b" t="t" l="l"/>
            <a:pathLst>
              <a:path h="1197254" w="6749225">
                <a:moveTo>
                  <a:pt x="0" y="0"/>
                </a:moveTo>
                <a:lnTo>
                  <a:pt x="6749225" y="0"/>
                </a:lnTo>
                <a:lnTo>
                  <a:pt x="6749225" y="1197254"/>
                </a:lnTo>
                <a:lnTo>
                  <a:pt x="0" y="11972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627118"/>
            <a:ext cx="7726987" cy="591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La v</a:t>
            </a: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itesse est croissante au fil de la course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Courbe de difficulté adaptée pour maintenir le challenge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11430931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Progression et difficulté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362430" y="3627118"/>
            <a:ext cx="7896870" cy="591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Perte de vie → vitesse réduite temporairement 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Courbe de difficulté adaptée pour maintenir le challenge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57741" y="2283234"/>
            <a:ext cx="6308252" cy="1122935"/>
          </a:xfrm>
          <a:custGeom>
            <a:avLst/>
            <a:gdLst/>
            <a:ahLst/>
            <a:cxnLst/>
            <a:rect r="r" b="b" t="t" l="l"/>
            <a:pathLst>
              <a:path h="1122935" w="6308252">
                <a:moveTo>
                  <a:pt x="0" y="0"/>
                </a:moveTo>
                <a:lnTo>
                  <a:pt x="6308252" y="0"/>
                </a:lnTo>
                <a:lnTo>
                  <a:pt x="6308252" y="1122935"/>
                </a:lnTo>
                <a:lnTo>
                  <a:pt x="0" y="1122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53130" y="2353815"/>
            <a:ext cx="6308252" cy="1119029"/>
          </a:xfrm>
          <a:custGeom>
            <a:avLst/>
            <a:gdLst/>
            <a:ahLst/>
            <a:cxnLst/>
            <a:rect r="r" b="b" t="t" l="l"/>
            <a:pathLst>
              <a:path h="1119029" w="6308252">
                <a:moveTo>
                  <a:pt x="0" y="0"/>
                </a:moveTo>
                <a:lnTo>
                  <a:pt x="6308252" y="0"/>
                </a:lnTo>
                <a:lnTo>
                  <a:pt x="6308252" y="1119029"/>
                </a:lnTo>
                <a:lnTo>
                  <a:pt x="0" y="11190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9682"/>
            <a:ext cx="12880082" cy="5069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Étapes : prototype → gameplay → graphismes → polish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Équipe : développeurs back &amp; front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Planning : alpha, béta, release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Risques : générations aléatoire des obstacles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4692269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Production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460018"/>
            <a:ext cx="12324673" cy="4221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Crazy Roads c’est du fun, du challenge et tout ça à l’infini !</a:t>
            </a:r>
          </a:p>
          <a:p>
            <a:pPr algn="l">
              <a:lnSpc>
                <a:spcPts val="6719"/>
              </a:lnSpc>
              <a:spcBef>
                <a:spcPct val="0"/>
              </a:spcBef>
            </a:pPr>
          </a:p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sz="4799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Prochaine étape : prototypage et tests joueurs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14400"/>
            <a:ext cx="4692269" cy="101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FFFFFF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Conclusion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970726" y="337031"/>
            <a:ext cx="4848542" cy="3538126"/>
          </a:xfrm>
          <a:custGeom>
            <a:avLst/>
            <a:gdLst/>
            <a:ahLst/>
            <a:cxnLst/>
            <a:rect r="r" b="b" t="t" l="l"/>
            <a:pathLst>
              <a:path h="3538126" w="4848542">
                <a:moveTo>
                  <a:pt x="0" y="0"/>
                </a:moveTo>
                <a:lnTo>
                  <a:pt x="4848542" y="0"/>
                </a:lnTo>
                <a:lnTo>
                  <a:pt x="4848542" y="3538125"/>
                </a:lnTo>
                <a:lnTo>
                  <a:pt x="0" y="3538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DAG5VaH3-08</dc:identifier>
  <dcterms:modified xsi:type="dcterms:W3CDTF">2011-08-01T06:04:30Z</dcterms:modified>
  <cp:revision>1</cp:revision>
  <dc:title>Crazy Roads GDD</dc:title>
</cp:coreProperties>
</file>